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1" r:id="rId2"/>
    <p:sldId id="313" r:id="rId3"/>
    <p:sldId id="319" r:id="rId4"/>
    <p:sldId id="320" r:id="rId5"/>
    <p:sldId id="264" r:id="rId6"/>
    <p:sldId id="318" r:id="rId7"/>
    <p:sldId id="321" r:id="rId8"/>
    <p:sldId id="314" r:id="rId9"/>
    <p:sldId id="316" r:id="rId10"/>
    <p:sldId id="317" r:id="rId11"/>
    <p:sldId id="322" r:id="rId12"/>
    <p:sldId id="323" r:id="rId13"/>
    <p:sldId id="324" r:id="rId14"/>
    <p:sldId id="325" r:id="rId15"/>
    <p:sldId id="31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4C6881-5ACD-4069-9F70-F3F5B82DE177}" v="74" dt="2026-08-10T04:23:38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ula reddy prasad" userId="6c627b2b800d699e" providerId="LiveId" clId="{93796F71-712A-40B6-BF5C-1F9D3D39DD1F}"/>
    <pc:docChg chg="undo custSel addSld delSld modSld sldOrd">
      <pc:chgData name="akula reddy prasad" userId="6c627b2b800d699e" providerId="LiveId" clId="{93796F71-712A-40B6-BF5C-1F9D3D39DD1F}" dt="2026-08-10T04:35:56.094" v="1025" actId="20577"/>
      <pc:docMkLst>
        <pc:docMk/>
      </pc:docMkLst>
      <pc:sldChg chg="modSp add mod">
        <pc:chgData name="akula reddy prasad" userId="6c627b2b800d699e" providerId="LiveId" clId="{93796F71-712A-40B6-BF5C-1F9D3D39DD1F}" dt="2026-08-10T04:19:03.574" v="959" actId="113"/>
        <pc:sldMkLst>
          <pc:docMk/>
          <pc:sldMk cId="1483645364" sldId="264"/>
        </pc:sldMkLst>
        <pc:spChg chg="mod">
          <ac:chgData name="akula reddy prasad" userId="6c627b2b800d699e" providerId="LiveId" clId="{93796F71-712A-40B6-BF5C-1F9D3D39DD1F}" dt="2026-08-10T04:19:03.574" v="959" actId="113"/>
          <ac:spMkLst>
            <pc:docMk/>
            <pc:sldMk cId="1483645364" sldId="264"/>
            <ac:spMk id="4" creationId="{AE48A970-817E-646A-17D7-E2562670CEEF}"/>
          </ac:spMkLst>
        </pc:spChg>
        <pc:graphicFrameChg chg="mod modGraphic">
          <ac:chgData name="akula reddy prasad" userId="6c627b2b800d699e" providerId="LiveId" clId="{93796F71-712A-40B6-BF5C-1F9D3D39DD1F}" dt="2026-08-10T04:16:47.180" v="876" actId="120"/>
          <ac:graphicFrameMkLst>
            <pc:docMk/>
            <pc:sldMk cId="1483645364" sldId="264"/>
            <ac:graphicFrameMk id="2" creationId="{82B6FB3D-2743-3A8F-51A2-555FDAA1F8D6}"/>
          </ac:graphicFrameMkLst>
        </pc:graphicFrameChg>
      </pc:sldChg>
      <pc:sldChg chg="modSp mod">
        <pc:chgData name="akula reddy prasad" userId="6c627b2b800d699e" providerId="LiveId" clId="{93796F71-712A-40B6-BF5C-1F9D3D39DD1F}" dt="2026-08-10T04:35:56.094" v="1025" actId="20577"/>
        <pc:sldMkLst>
          <pc:docMk/>
          <pc:sldMk cId="1993786866" sldId="291"/>
        </pc:sldMkLst>
        <pc:spChg chg="mod">
          <ac:chgData name="akula reddy prasad" userId="6c627b2b800d699e" providerId="LiveId" clId="{93796F71-712A-40B6-BF5C-1F9D3D39DD1F}" dt="2026-07-27T02:40:04.597" v="347" actId="20577"/>
          <ac:spMkLst>
            <pc:docMk/>
            <pc:sldMk cId="1993786866" sldId="291"/>
            <ac:spMk id="3" creationId="{B4C2FDA0-6F14-95CC-C28D-AFB512F96C1C}"/>
          </ac:spMkLst>
        </pc:spChg>
        <pc:spChg chg="mod">
          <ac:chgData name="akula reddy prasad" userId="6c627b2b800d699e" providerId="LiveId" clId="{93796F71-712A-40B6-BF5C-1F9D3D39DD1F}" dt="2026-07-27T02:40:36.296" v="374" actId="20577"/>
          <ac:spMkLst>
            <pc:docMk/>
            <pc:sldMk cId="1993786866" sldId="291"/>
            <ac:spMk id="5" creationId="{BB3B50E4-CEB7-3CF8-588F-B289EDB0A5C1}"/>
          </ac:spMkLst>
        </pc:spChg>
        <pc:spChg chg="mod">
          <ac:chgData name="akula reddy prasad" userId="6c627b2b800d699e" providerId="LiveId" clId="{93796F71-712A-40B6-BF5C-1F9D3D39DD1F}" dt="2026-08-10T04:35:56.094" v="1025" actId="20577"/>
          <ac:spMkLst>
            <pc:docMk/>
            <pc:sldMk cId="1993786866" sldId="291"/>
            <ac:spMk id="7" creationId="{EF253227-A697-F3C3-46D2-424403263327}"/>
          </ac:spMkLst>
        </pc:spChg>
      </pc:sldChg>
      <pc:sldChg chg="addSp delSp modSp mod">
        <pc:chgData name="akula reddy prasad" userId="6c627b2b800d699e" providerId="LiveId" clId="{93796F71-712A-40B6-BF5C-1F9D3D39DD1F}" dt="2026-08-10T04:18:49.183" v="955" actId="113"/>
        <pc:sldMkLst>
          <pc:docMk/>
          <pc:sldMk cId="139745989" sldId="313"/>
        </pc:sldMkLst>
        <pc:spChg chg="add mod">
          <ac:chgData name="akula reddy prasad" userId="6c627b2b800d699e" providerId="LiveId" clId="{93796F71-712A-40B6-BF5C-1F9D3D39DD1F}" dt="2026-08-10T04:18:49.183" v="955" actId="113"/>
          <ac:spMkLst>
            <pc:docMk/>
            <pc:sldMk cId="139745989" sldId="313"/>
            <ac:spMk id="3" creationId="{3B30ED84-1EF2-A1F4-9EEE-92F775952437}"/>
          </ac:spMkLst>
        </pc:spChg>
        <pc:spChg chg="add mod">
          <ac:chgData name="akula reddy prasad" userId="6c627b2b800d699e" providerId="LiveId" clId="{93796F71-712A-40B6-BF5C-1F9D3D39DD1F}" dt="2026-08-10T03:36:19.767" v="662" actId="1076"/>
          <ac:spMkLst>
            <pc:docMk/>
            <pc:sldMk cId="139745989" sldId="313"/>
            <ac:spMk id="8" creationId="{F186F683-D056-3D94-1F44-952535E20423}"/>
          </ac:spMkLst>
        </pc:spChg>
      </pc:sldChg>
      <pc:sldChg chg="addSp delSp modSp add mod">
        <pc:chgData name="akula reddy prasad" userId="6c627b2b800d699e" providerId="LiveId" clId="{93796F71-712A-40B6-BF5C-1F9D3D39DD1F}" dt="2026-08-10T04:19:19.240" v="962" actId="113"/>
        <pc:sldMkLst>
          <pc:docMk/>
          <pc:sldMk cId="2353988123" sldId="314"/>
        </pc:sldMkLst>
        <pc:spChg chg="mod">
          <ac:chgData name="akula reddy prasad" userId="6c627b2b800d699e" providerId="LiveId" clId="{93796F71-712A-40B6-BF5C-1F9D3D39DD1F}" dt="2026-08-10T04:19:19.240" v="962" actId="113"/>
          <ac:spMkLst>
            <pc:docMk/>
            <pc:sldMk cId="2353988123" sldId="314"/>
            <ac:spMk id="2" creationId="{1EE81CDF-C694-9C19-B7D9-1ACA548653C5}"/>
          </ac:spMkLst>
        </pc:spChg>
        <pc:spChg chg="mod">
          <ac:chgData name="akula reddy prasad" userId="6c627b2b800d699e" providerId="LiveId" clId="{93796F71-712A-40B6-BF5C-1F9D3D39DD1F}" dt="2026-07-27T02:50:55.445" v="525" actId="14100"/>
          <ac:spMkLst>
            <pc:docMk/>
            <pc:sldMk cId="2353988123" sldId="314"/>
            <ac:spMk id="7" creationId="{5F1B3023-7660-67B3-D3D9-438252A72C30}"/>
          </ac:spMkLst>
        </pc:spChg>
        <pc:graphicFrameChg chg="add mod">
          <ac:chgData name="akula reddy prasad" userId="6c627b2b800d699e" providerId="LiveId" clId="{93796F71-712A-40B6-BF5C-1F9D3D39DD1F}" dt="2026-08-10T04:19:11.948" v="961"/>
          <ac:graphicFrameMkLst>
            <pc:docMk/>
            <pc:sldMk cId="2353988123" sldId="314"/>
            <ac:graphicFrameMk id="3" creationId="{DB64B740-A628-7379-5AA0-9F8115399D7F}"/>
          </ac:graphicFrameMkLst>
        </pc:graphicFrameChg>
        <pc:picChg chg="add mod modCrop">
          <ac:chgData name="akula reddy prasad" userId="6c627b2b800d699e" providerId="LiveId" clId="{93796F71-712A-40B6-BF5C-1F9D3D39DD1F}" dt="2026-07-27T02:57:15.257" v="573" actId="1076"/>
          <ac:picMkLst>
            <pc:docMk/>
            <pc:sldMk cId="2353988123" sldId="314"/>
            <ac:picMk id="11" creationId="{2DBABD16-4EE2-59D8-4D47-D812F7715A6A}"/>
          </ac:picMkLst>
        </pc:picChg>
      </pc:sldChg>
      <pc:sldChg chg="addSp delSp modSp new mod">
        <pc:chgData name="akula reddy prasad" userId="6c627b2b800d699e" providerId="LiveId" clId="{93796F71-712A-40B6-BF5C-1F9D3D39DD1F}" dt="2026-07-20T05:05:15.573" v="255" actId="14100"/>
        <pc:sldMkLst>
          <pc:docMk/>
          <pc:sldMk cId="825457188" sldId="315"/>
        </pc:sldMkLst>
        <pc:picChg chg="add mod">
          <ac:chgData name="akula reddy prasad" userId="6c627b2b800d699e" providerId="LiveId" clId="{93796F71-712A-40B6-BF5C-1F9D3D39DD1F}" dt="2026-07-20T05:05:15.573" v="255" actId="14100"/>
          <ac:picMkLst>
            <pc:docMk/>
            <pc:sldMk cId="825457188" sldId="315"/>
            <ac:picMk id="5" creationId="{1047712D-1C7D-CB92-2BC5-F26EF27616B1}"/>
          </ac:picMkLst>
        </pc:picChg>
      </pc:sldChg>
      <pc:sldChg chg="addSp delSp modSp add mod">
        <pc:chgData name="akula reddy prasad" userId="6c627b2b800d699e" providerId="LiveId" clId="{93796F71-712A-40B6-BF5C-1F9D3D39DD1F}" dt="2026-08-10T04:19:29.361" v="963" actId="113"/>
        <pc:sldMkLst>
          <pc:docMk/>
          <pc:sldMk cId="3696862596" sldId="316"/>
        </pc:sldMkLst>
        <pc:spChg chg="mod">
          <ac:chgData name="akula reddy prasad" userId="6c627b2b800d699e" providerId="LiveId" clId="{93796F71-712A-40B6-BF5C-1F9D3D39DD1F}" dt="2026-08-10T04:19:29.361" v="963" actId="113"/>
          <ac:spMkLst>
            <pc:docMk/>
            <pc:sldMk cId="3696862596" sldId="316"/>
            <ac:spMk id="2" creationId="{03053A16-91DD-EC9E-AA08-CCEA20677D50}"/>
          </ac:spMkLst>
        </pc:spChg>
        <pc:spChg chg="mod">
          <ac:chgData name="akula reddy prasad" userId="6c627b2b800d699e" providerId="LiveId" clId="{93796F71-712A-40B6-BF5C-1F9D3D39DD1F}" dt="2026-07-27T02:58:11.488" v="583" actId="2711"/>
          <ac:spMkLst>
            <pc:docMk/>
            <pc:sldMk cId="3696862596" sldId="316"/>
            <ac:spMk id="7" creationId="{9CE4D0AF-FAC5-DCC8-9042-7674A67A0E2C}"/>
          </ac:spMkLst>
        </pc:spChg>
        <pc:picChg chg="add mod modCrop">
          <ac:chgData name="akula reddy prasad" userId="6c627b2b800d699e" providerId="LiveId" clId="{93796F71-712A-40B6-BF5C-1F9D3D39DD1F}" dt="2026-07-27T02:59:34.515" v="593" actId="1076"/>
          <ac:picMkLst>
            <pc:docMk/>
            <pc:sldMk cId="3696862596" sldId="316"/>
            <ac:picMk id="10" creationId="{882C3A76-4F8B-8F6D-A04E-52D6D702D4A7}"/>
          </ac:picMkLst>
        </pc:picChg>
      </pc:sldChg>
      <pc:sldChg chg="addSp delSp modSp add mod">
        <pc:chgData name="akula reddy prasad" userId="6c627b2b800d699e" providerId="LiveId" clId="{93796F71-712A-40B6-BF5C-1F9D3D39DD1F}" dt="2026-08-10T04:19:41.118" v="968" actId="27636"/>
        <pc:sldMkLst>
          <pc:docMk/>
          <pc:sldMk cId="4017305146" sldId="317"/>
        </pc:sldMkLst>
        <pc:spChg chg="mod">
          <ac:chgData name="akula reddy prasad" userId="6c627b2b800d699e" providerId="LiveId" clId="{93796F71-712A-40B6-BF5C-1F9D3D39DD1F}" dt="2026-08-10T04:19:41.118" v="968" actId="27636"/>
          <ac:spMkLst>
            <pc:docMk/>
            <pc:sldMk cId="4017305146" sldId="317"/>
            <ac:spMk id="2" creationId="{8FB717E1-7E7B-F230-D658-04EA480AE433}"/>
          </ac:spMkLst>
        </pc:spChg>
        <pc:spChg chg="mod">
          <ac:chgData name="akula reddy prasad" userId="6c627b2b800d699e" providerId="LiveId" clId="{93796F71-712A-40B6-BF5C-1F9D3D39DD1F}" dt="2026-08-10T04:19:33.397" v="965" actId="27636"/>
          <ac:spMkLst>
            <pc:docMk/>
            <pc:sldMk cId="4017305146" sldId="317"/>
            <ac:spMk id="7" creationId="{EC8C24D4-BE11-DF9B-DC25-F5CF8B733FC5}"/>
          </ac:spMkLst>
        </pc:spChg>
        <pc:graphicFrameChg chg="add mod">
          <ac:chgData name="akula reddy prasad" userId="6c627b2b800d699e" providerId="LiveId" clId="{93796F71-712A-40B6-BF5C-1F9D3D39DD1F}" dt="2026-08-10T04:19:38.081" v="966"/>
          <ac:graphicFrameMkLst>
            <pc:docMk/>
            <pc:sldMk cId="4017305146" sldId="317"/>
            <ac:graphicFrameMk id="3" creationId="{F82F82B9-561F-FB51-1447-645663133EC3}"/>
          </ac:graphicFrameMkLst>
        </pc:graphicFrameChg>
        <pc:picChg chg="mod">
          <ac:chgData name="akula reddy prasad" userId="6c627b2b800d699e" providerId="LiveId" clId="{93796F71-712A-40B6-BF5C-1F9D3D39DD1F}" dt="2026-08-10T04:19:33.397" v="965" actId="27636"/>
          <ac:picMkLst>
            <pc:docMk/>
            <pc:sldMk cId="4017305146" sldId="317"/>
            <ac:picMk id="4" creationId="{E79A02D5-473F-2BFD-23B1-01244DA6D407}"/>
          </ac:picMkLst>
        </pc:picChg>
        <pc:picChg chg="mod">
          <ac:chgData name="akula reddy prasad" userId="6c627b2b800d699e" providerId="LiveId" clId="{93796F71-712A-40B6-BF5C-1F9D3D39DD1F}" dt="2026-08-10T04:19:33.397" v="965" actId="27636"/>
          <ac:picMkLst>
            <pc:docMk/>
            <pc:sldMk cId="4017305146" sldId="317"/>
            <ac:picMk id="5" creationId="{7C0F1CC1-2C7E-34E1-3AD4-1D829FC939FF}"/>
          </ac:picMkLst>
        </pc:picChg>
        <pc:picChg chg="add mod modCrop">
          <ac:chgData name="akula reddy prasad" userId="6c627b2b800d699e" providerId="LiveId" clId="{93796F71-712A-40B6-BF5C-1F9D3D39DD1F}" dt="2026-08-10T04:19:33.397" v="965" actId="27636"/>
          <ac:picMkLst>
            <pc:docMk/>
            <pc:sldMk cId="4017305146" sldId="317"/>
            <ac:picMk id="10" creationId="{3E0C63A0-0E93-6010-1913-5916D3BA26E1}"/>
          </ac:picMkLst>
        </pc:picChg>
      </pc:sldChg>
      <pc:sldChg chg="addSp delSp modSp add mod ord">
        <pc:chgData name="akula reddy prasad" userId="6c627b2b800d699e" providerId="LiveId" clId="{93796F71-712A-40B6-BF5C-1F9D3D39DD1F}" dt="2026-08-10T04:20:01.866" v="973"/>
        <pc:sldMkLst>
          <pc:docMk/>
          <pc:sldMk cId="4056343419" sldId="318"/>
        </pc:sldMkLst>
        <pc:spChg chg="mod">
          <ac:chgData name="akula reddy prasad" userId="6c627b2b800d699e" providerId="LiveId" clId="{93796F71-712A-40B6-BF5C-1F9D3D39DD1F}" dt="2026-07-27T03:38:28.162" v="635" actId="20577"/>
          <ac:spMkLst>
            <pc:docMk/>
            <pc:sldMk cId="4056343419" sldId="318"/>
            <ac:spMk id="2" creationId="{5EF5555D-BF9B-85C0-0645-6A810FEAB98D}"/>
          </ac:spMkLst>
        </pc:spChg>
        <pc:picChg chg="add mod">
          <ac:chgData name="akula reddy prasad" userId="6c627b2b800d699e" providerId="LiveId" clId="{93796F71-712A-40B6-BF5C-1F9D3D39DD1F}" dt="2026-07-27T03:27:19.897" v="633" actId="1076"/>
          <ac:picMkLst>
            <pc:docMk/>
            <pc:sldMk cId="4056343419" sldId="318"/>
            <ac:picMk id="6" creationId="{9946BD01-F95B-13F2-3717-62DD7DA912A9}"/>
          </ac:picMkLst>
        </pc:picChg>
      </pc:sldChg>
      <pc:sldChg chg="modSp add mod">
        <pc:chgData name="akula reddy prasad" userId="6c627b2b800d699e" providerId="LiveId" clId="{93796F71-712A-40B6-BF5C-1F9D3D39DD1F}" dt="2026-08-10T04:18:53.033" v="956" actId="113"/>
        <pc:sldMkLst>
          <pc:docMk/>
          <pc:sldMk cId="1154031790" sldId="319"/>
        </pc:sldMkLst>
        <pc:spChg chg="mod">
          <ac:chgData name="akula reddy prasad" userId="6c627b2b800d699e" providerId="LiveId" clId="{93796F71-712A-40B6-BF5C-1F9D3D39DD1F}" dt="2026-08-10T04:18:53.033" v="956" actId="113"/>
          <ac:spMkLst>
            <pc:docMk/>
            <pc:sldMk cId="1154031790" sldId="319"/>
            <ac:spMk id="3" creationId="{FAEA2F6C-B53B-8D07-D119-EEC5BFD78138}"/>
          </ac:spMkLst>
        </pc:spChg>
        <pc:spChg chg="mod">
          <ac:chgData name="akula reddy prasad" userId="6c627b2b800d699e" providerId="LiveId" clId="{93796F71-712A-40B6-BF5C-1F9D3D39DD1F}" dt="2026-08-10T03:37:33.148" v="693" actId="1076"/>
          <ac:spMkLst>
            <pc:docMk/>
            <pc:sldMk cId="1154031790" sldId="319"/>
            <ac:spMk id="8" creationId="{45AAEB8B-76C5-D131-92C5-A9D97D4C9B65}"/>
          </ac:spMkLst>
        </pc:spChg>
      </pc:sldChg>
      <pc:sldChg chg="addSp modSp add mod">
        <pc:chgData name="akula reddy prasad" userId="6c627b2b800d699e" providerId="LiveId" clId="{93796F71-712A-40B6-BF5C-1F9D3D39DD1F}" dt="2026-08-10T04:18:59.721" v="958" actId="113"/>
        <pc:sldMkLst>
          <pc:docMk/>
          <pc:sldMk cId="766512811" sldId="320"/>
        </pc:sldMkLst>
        <pc:spChg chg="mod">
          <ac:chgData name="akula reddy prasad" userId="6c627b2b800d699e" providerId="LiveId" clId="{93796F71-712A-40B6-BF5C-1F9D3D39DD1F}" dt="2026-08-10T04:18:59.721" v="958" actId="113"/>
          <ac:spMkLst>
            <pc:docMk/>
            <pc:sldMk cId="766512811" sldId="320"/>
            <ac:spMk id="3" creationId="{21633694-D261-B32F-05FE-0179064ADBF2}"/>
          </ac:spMkLst>
        </pc:spChg>
        <pc:graphicFrameChg chg="add mod">
          <ac:chgData name="akula reddy prasad" userId="6c627b2b800d699e" providerId="LiveId" clId="{93796F71-712A-40B6-BF5C-1F9D3D39DD1F}" dt="2026-08-10T04:18:56.472" v="957"/>
          <ac:graphicFrameMkLst>
            <pc:docMk/>
            <pc:sldMk cId="766512811" sldId="320"/>
            <ac:graphicFrameMk id="2" creationId="{769EB06E-2F5B-78A7-F806-7A713554E8A3}"/>
          </ac:graphicFrameMkLst>
        </pc:graphicFrameChg>
      </pc:sldChg>
      <pc:sldChg chg="addSp delSp modSp add mod">
        <pc:chgData name="akula reddy prasad" userId="6c627b2b800d699e" providerId="LiveId" clId="{93796F71-712A-40B6-BF5C-1F9D3D39DD1F}" dt="2026-08-10T04:19:08.197" v="960" actId="113"/>
        <pc:sldMkLst>
          <pc:docMk/>
          <pc:sldMk cId="3852761402" sldId="321"/>
        </pc:sldMkLst>
        <pc:spChg chg="mod">
          <ac:chgData name="akula reddy prasad" userId="6c627b2b800d699e" providerId="LiveId" clId="{93796F71-712A-40B6-BF5C-1F9D3D39DD1F}" dt="2026-08-10T04:19:08.197" v="960" actId="113"/>
          <ac:spMkLst>
            <pc:docMk/>
            <pc:sldMk cId="3852761402" sldId="321"/>
            <ac:spMk id="3" creationId="{3CB0CC19-461C-EBA0-ECBF-B5E14D81D4DB}"/>
          </ac:spMkLst>
        </pc:spChg>
        <pc:spChg chg="del mod">
          <ac:chgData name="akula reddy prasad" userId="6c627b2b800d699e" providerId="LiveId" clId="{93796F71-712A-40B6-BF5C-1F9D3D39DD1F}" dt="2026-08-10T03:51:05.516" v="736"/>
          <ac:spMkLst>
            <pc:docMk/>
            <pc:sldMk cId="3852761402" sldId="321"/>
            <ac:spMk id="8" creationId="{D231AD4C-31D7-705B-FBB9-ACCBE29E09F4}"/>
          </ac:spMkLst>
        </pc:spChg>
        <pc:picChg chg="mod">
          <ac:chgData name="akula reddy prasad" userId="6c627b2b800d699e" providerId="LiveId" clId="{93796F71-712A-40B6-BF5C-1F9D3D39DD1F}" dt="2026-08-10T03:50:43.613" v="729" actId="1076"/>
          <ac:picMkLst>
            <pc:docMk/>
            <pc:sldMk cId="3852761402" sldId="321"/>
            <ac:picMk id="4" creationId="{BA3ECF23-05D4-AD3C-763F-8EA1502C625E}"/>
          </ac:picMkLst>
        </pc:picChg>
        <pc:picChg chg="mod">
          <ac:chgData name="akula reddy prasad" userId="6c627b2b800d699e" providerId="LiveId" clId="{93796F71-712A-40B6-BF5C-1F9D3D39DD1F}" dt="2026-08-10T03:50:46.600" v="730" actId="1076"/>
          <ac:picMkLst>
            <pc:docMk/>
            <pc:sldMk cId="3852761402" sldId="321"/>
            <ac:picMk id="5" creationId="{66176BA2-F390-8FDC-8006-8A9E1F280EFB}"/>
          </ac:picMkLst>
        </pc:picChg>
        <pc:picChg chg="add mod modCrop">
          <ac:chgData name="akula reddy prasad" userId="6c627b2b800d699e" providerId="LiveId" clId="{93796F71-712A-40B6-BF5C-1F9D3D39DD1F}" dt="2026-08-10T03:51:02.429" v="734" actId="1076"/>
          <ac:picMkLst>
            <pc:docMk/>
            <pc:sldMk cId="3852761402" sldId="321"/>
            <ac:picMk id="6" creationId="{3ABE7558-8854-C8C9-81CF-3FD517748B7C}"/>
          </ac:picMkLst>
        </pc:picChg>
      </pc:sldChg>
      <pc:sldChg chg="modSp add mod">
        <pc:chgData name="akula reddy prasad" userId="6c627b2b800d699e" providerId="LiveId" clId="{93796F71-712A-40B6-BF5C-1F9D3D39DD1F}" dt="2026-08-10T04:19:46.219" v="969" actId="113"/>
        <pc:sldMkLst>
          <pc:docMk/>
          <pc:sldMk cId="3872235033" sldId="322"/>
        </pc:sldMkLst>
        <pc:spChg chg="mod">
          <ac:chgData name="akula reddy prasad" userId="6c627b2b800d699e" providerId="LiveId" clId="{93796F71-712A-40B6-BF5C-1F9D3D39DD1F}" dt="2026-08-10T04:19:46.219" v="969" actId="113"/>
          <ac:spMkLst>
            <pc:docMk/>
            <pc:sldMk cId="3872235033" sldId="322"/>
            <ac:spMk id="3" creationId="{79FDA6EA-9B25-11F2-8AFD-FDA3A6CD141C}"/>
          </ac:spMkLst>
        </pc:spChg>
        <pc:spChg chg="mod">
          <ac:chgData name="akula reddy prasad" userId="6c627b2b800d699e" providerId="LiveId" clId="{93796F71-712A-40B6-BF5C-1F9D3D39DD1F}" dt="2026-08-10T03:59:48.934" v="773" actId="2711"/>
          <ac:spMkLst>
            <pc:docMk/>
            <pc:sldMk cId="3872235033" sldId="322"/>
            <ac:spMk id="8" creationId="{C6710F6C-B78B-AA6C-12F9-81F3DAC9B6F9}"/>
          </ac:spMkLst>
        </pc:spChg>
      </pc:sldChg>
      <pc:sldChg chg="add del">
        <pc:chgData name="akula reddy prasad" userId="6c627b2b800d699e" providerId="LiveId" clId="{93796F71-712A-40B6-BF5C-1F9D3D39DD1F}" dt="2026-08-10T03:57:58.267" v="751"/>
        <pc:sldMkLst>
          <pc:docMk/>
          <pc:sldMk cId="191908015" sldId="323"/>
        </pc:sldMkLst>
      </pc:sldChg>
      <pc:sldChg chg="modSp add mod">
        <pc:chgData name="akula reddy prasad" userId="6c627b2b800d699e" providerId="LiveId" clId="{93796F71-712A-40B6-BF5C-1F9D3D39DD1F}" dt="2026-08-10T04:19:49.609" v="970" actId="113"/>
        <pc:sldMkLst>
          <pc:docMk/>
          <pc:sldMk cId="3265978555" sldId="323"/>
        </pc:sldMkLst>
        <pc:spChg chg="mod">
          <ac:chgData name="akula reddy prasad" userId="6c627b2b800d699e" providerId="LiveId" clId="{93796F71-712A-40B6-BF5C-1F9D3D39DD1F}" dt="2026-08-10T04:19:49.609" v="970" actId="113"/>
          <ac:spMkLst>
            <pc:docMk/>
            <pc:sldMk cId="3265978555" sldId="323"/>
            <ac:spMk id="3" creationId="{6AD85AC7-DC7C-FA81-3D08-A200DC8F0C23}"/>
          </ac:spMkLst>
        </pc:spChg>
        <pc:spChg chg="mod">
          <ac:chgData name="akula reddy prasad" userId="6c627b2b800d699e" providerId="LiveId" clId="{93796F71-712A-40B6-BF5C-1F9D3D39DD1F}" dt="2026-08-10T04:01:11.382" v="796" actId="1076"/>
          <ac:spMkLst>
            <pc:docMk/>
            <pc:sldMk cId="3265978555" sldId="323"/>
            <ac:spMk id="8" creationId="{468345F2-85E3-C0AB-3F18-994B84781DE3}"/>
          </ac:spMkLst>
        </pc:spChg>
      </pc:sldChg>
      <pc:sldChg chg="modSp add mod">
        <pc:chgData name="akula reddy prasad" userId="6c627b2b800d699e" providerId="LiveId" clId="{93796F71-712A-40B6-BF5C-1F9D3D39DD1F}" dt="2026-08-10T04:19:53.456" v="971" actId="113"/>
        <pc:sldMkLst>
          <pc:docMk/>
          <pc:sldMk cId="689091762" sldId="324"/>
        </pc:sldMkLst>
        <pc:spChg chg="mod">
          <ac:chgData name="akula reddy prasad" userId="6c627b2b800d699e" providerId="LiveId" clId="{93796F71-712A-40B6-BF5C-1F9D3D39DD1F}" dt="2026-08-10T04:19:53.456" v="971" actId="113"/>
          <ac:spMkLst>
            <pc:docMk/>
            <pc:sldMk cId="689091762" sldId="324"/>
            <ac:spMk id="3" creationId="{D6A2784A-BCE9-9F99-BF04-393DD4619D83}"/>
          </ac:spMkLst>
        </pc:spChg>
        <pc:spChg chg="mod">
          <ac:chgData name="akula reddy prasad" userId="6c627b2b800d699e" providerId="LiveId" clId="{93796F71-712A-40B6-BF5C-1F9D3D39DD1F}" dt="2026-08-10T04:03:51.614" v="824" actId="20577"/>
          <ac:spMkLst>
            <pc:docMk/>
            <pc:sldMk cId="689091762" sldId="324"/>
            <ac:spMk id="8" creationId="{08C05841-9286-4A2D-A720-98A103C5AD96}"/>
          </ac:spMkLst>
        </pc:spChg>
      </pc:sldChg>
      <pc:sldChg chg="modSp add mod">
        <pc:chgData name="akula reddy prasad" userId="6c627b2b800d699e" providerId="LiveId" clId="{93796F71-712A-40B6-BF5C-1F9D3D39DD1F}" dt="2026-08-10T04:23:30.460" v="1016" actId="313"/>
        <pc:sldMkLst>
          <pc:docMk/>
          <pc:sldMk cId="2451427651" sldId="325"/>
        </pc:sldMkLst>
        <pc:spChg chg="mod">
          <ac:chgData name="akula reddy prasad" userId="6c627b2b800d699e" providerId="LiveId" clId="{93796F71-712A-40B6-BF5C-1F9D3D39DD1F}" dt="2026-08-10T04:20:43.209" v="986" actId="20577"/>
          <ac:spMkLst>
            <pc:docMk/>
            <pc:sldMk cId="2451427651" sldId="325"/>
            <ac:spMk id="3" creationId="{92195530-977B-2C21-C464-FCB2B49BB27C}"/>
          </ac:spMkLst>
        </pc:spChg>
        <pc:spChg chg="mod">
          <ac:chgData name="akula reddy prasad" userId="6c627b2b800d699e" providerId="LiveId" clId="{93796F71-712A-40B6-BF5C-1F9D3D39DD1F}" dt="2026-08-10T04:23:30.460" v="1016" actId="313"/>
          <ac:spMkLst>
            <pc:docMk/>
            <pc:sldMk cId="2451427651" sldId="325"/>
            <ac:spMk id="8" creationId="{8AE6F2DA-9F7A-908D-F240-91ABB47D9CA1}"/>
          </ac:spMkLst>
        </pc:spChg>
      </pc:sldChg>
      <pc:sldChg chg="delSp modSp add del mod">
        <pc:chgData name="akula reddy prasad" userId="6c627b2b800d699e" providerId="LiveId" clId="{93796F71-712A-40B6-BF5C-1F9D3D39DD1F}" dt="2026-08-10T04:13:50.953" v="836" actId="2696"/>
        <pc:sldMkLst>
          <pc:docMk/>
          <pc:sldMk cId="2886505733" sldId="325"/>
        </pc:sldMkLst>
        <pc:spChg chg="mod">
          <ac:chgData name="akula reddy prasad" userId="6c627b2b800d699e" providerId="LiveId" clId="{93796F71-712A-40B6-BF5C-1F9D3D39DD1F}" dt="2026-08-10T04:04:35.105" v="831" actId="113"/>
          <ac:spMkLst>
            <pc:docMk/>
            <pc:sldMk cId="2886505733" sldId="325"/>
            <ac:spMk id="3" creationId="{1283124D-0D5F-0EA1-AAF2-AE61B9F42820}"/>
          </ac:spMkLst>
        </pc:spChg>
        <pc:spChg chg="del mod">
          <ac:chgData name="akula reddy prasad" userId="6c627b2b800d699e" providerId="LiveId" clId="{93796F71-712A-40B6-BF5C-1F9D3D39DD1F}" dt="2026-08-10T04:10:23.179" v="834"/>
          <ac:spMkLst>
            <pc:docMk/>
            <pc:sldMk cId="2886505733" sldId="325"/>
            <ac:spMk id="8" creationId="{EC8D449C-C04F-3989-1EA3-5256E1345A9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4C47C-EE0C-478B-8DFA-001E8CAB111C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D895C-99E6-49E3-A40E-C159C8F09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06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53A239A7-2BFE-59D9-62D4-D34B3727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dfe6d782_0_138:notes">
            <a:extLst>
              <a:ext uri="{FF2B5EF4-FFF2-40B4-BE49-F238E27FC236}">
                <a16:creationId xmlns:a16="http://schemas.microsoft.com/office/drawing/2014/main" id="{36782AEE-DE3A-3108-DCB4-862EF0CE9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5" name="Google Shape;185;g366dfe6d782_0_138:notes">
            <a:extLst>
              <a:ext uri="{FF2B5EF4-FFF2-40B4-BE49-F238E27FC236}">
                <a16:creationId xmlns:a16="http://schemas.microsoft.com/office/drawing/2014/main" id="{6A9452C0-1446-370F-639C-955DB882C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5010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A0116-F8BF-5C8C-1F20-9FBC83DF4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C08A3A-F102-8BB4-51ED-8C2B8AFE0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B15B9-21ED-1CA9-5513-0E1B1AD3B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3BD7C-BDB5-B4D3-1BF7-E00EC7720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7DBD8-BEC0-41F0-8923-FFA32D42A1F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49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28BB3-F348-6A0C-9196-C637A0206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A81CE-44E9-FFB1-1560-0C0EB9288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FF420-B34B-2F02-A143-0C5EDCA29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F8BA2-1BC6-3EED-5C34-AA8D19214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7DBD8-BEC0-41F0-8923-FFA32D42A1F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54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EBF8A-FFF0-7A4C-6731-E02AAAF4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B8B18-9AB7-605D-A28D-56D30C6966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C46CF-35D6-CC27-9F6F-154223E00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412F5-1216-40ED-4CBC-9664C049D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7DBD8-BEC0-41F0-8923-FFA32D42A1F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395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B5A6C-62B0-D6C8-A5F6-6960A568B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9D6119-1EA9-06EC-DDFF-0308DEF75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26BF9-C5B3-F62B-261B-2A961099B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4EF46-F0B2-D884-A9DE-1E26915F8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7DBD8-BEC0-41F0-8923-FFA32D42A1F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82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F0D3E-0C23-3AC9-529D-DE0C5EE20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4E91ED-B9A4-AB51-F705-3E4D1B0CF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AB31D-F3DB-0AD5-AA4D-3BA8C2F47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6824B-A83D-6027-39AA-C4AAB62FE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EEB2D-E00C-AE49-D565-32E3B0B8C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34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EEDA0-4203-A1B7-073F-A1558DC3B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8F91-D8C8-C6DE-E12E-B96B9943D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B9E81-84B7-59ED-0F8D-8E23A8D7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D9895-F5E9-14EC-0AEA-2A38A1398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7A7EF-FCCD-0B12-5768-29E3D9D38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6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E20E0-9BE8-C73A-790D-441F52D3A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6186B-9147-1A61-DA5D-2E8AC3DF6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F8D29-56FC-3729-53C9-57BDDBE3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71BAC-EB3B-84FD-0CBE-90B3B4C0A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816E5-C425-6EE5-F2BC-5EF55CE98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7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5AB71-B531-D768-8E5B-298344153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29B4E-A2A6-E0D7-5939-D067317A6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7D7D5-ED3D-75E1-00B6-C33858FD8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8EB09-61AE-47EB-1210-183E9444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3ED75-B52B-4243-06C4-E66A112B7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20559-2062-9552-934F-54E8E6AE2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21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90D84-2524-DA00-8C1E-B7B34DEA7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72D85-2A6B-B9D3-AFC1-24E6245BC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C8C456-B6AB-F3C1-D1DD-BC36B22F6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7293A-F9EE-9652-A9F8-CFF6F2D6A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9923EE-8D52-22C1-9DCF-4AD04D7EF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5D898F-63E8-930E-911A-E0961CA94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A37572-7438-E146-F2A5-919B8D50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75C34B-56DE-8C7C-581E-B1ECC8E7F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00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7292A-F37E-C802-5248-A04670853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50DC6E-6FCC-9F0E-5689-B8CD7358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781D1-00DF-76B3-D94F-3AA92FBFA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01E574-8247-FBAB-3E64-B609F4D8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1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F38758-167D-322E-6F03-02DE0E990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3DEED-288F-F389-39B0-EDE6D1F23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90701-A3CE-6FB7-EC73-7A1E7A812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90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E0561-52E2-6A6E-ABF5-7B8D9DF2C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C7D49-D51D-C98E-7393-229B1E530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1C085-8F6B-16DA-7730-4163C087E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13DAD-5EB5-3816-B9F3-7C445D013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D6E4E-309C-F5AA-82D7-A5B2E535C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ED7BB-9FC5-98EA-1EC2-B56C382E0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02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DCAB-BB8B-71F2-5A15-37C4C431E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2C478B-140A-5379-28AC-D04FF2EC53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32CA5-4838-5B75-93EA-C00ED21E0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3E958-1D23-D582-1E59-1E23C599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D0771-583A-438A-4CA0-3AFB0A76E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1776A-0CA4-CD79-BBD5-62DBF9C1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32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4A48D-988C-C9AC-5585-FD851B549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EA7D2-B1A2-7C27-F749-876DB263E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811B8-190F-E8CF-7EDE-2955B85AF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D4494-8349-F1E6-986C-A3978674A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A14A6-38B3-30DF-C879-FEFE7A0AF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53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11D0F-BBF0-166B-2E7E-F4E3EAD54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942BC-D418-3583-A016-E57137636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6DAC7-9B99-3049-CF71-C396108EE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BED4-19F6-41D6-BD7C-20E5072953F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22136-3E64-64A5-019E-D3CAF4100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8E2FA-E5A9-B5BF-F76C-2AF2EFAD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92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B2F1CE-300F-8336-800A-E44B819F9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AFF09-3ACB-6389-319E-47FF67129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A5E34-2E6A-1250-E661-409773A1DB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1BED4-19F6-41D6-BD7C-20E5072953F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28C56-92EB-FA42-58ED-B112E5DBB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97125-02C8-8B73-CBBE-20EAB86C5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AC5DE7-8A22-46ED-8AA5-FA1D1714E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37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00C0379A-FDD7-C651-24E6-9A879A11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C2FDA0-6F14-95CC-C28D-AFB512F9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37" y="1204771"/>
            <a:ext cx="10874925" cy="311777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Air Quality Monitoring and Prediction System</a:t>
            </a:r>
            <a:b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CSA1706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-Aritificial Intelligence</a:t>
            </a:r>
            <a:endParaRPr lang="en-IN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SIMATS ENGINEERING —BIOTECHNOLOGY">
            <a:extLst>
              <a:ext uri="{FF2B5EF4-FFF2-40B4-BE49-F238E27FC236}">
                <a16:creationId xmlns:a16="http://schemas.microsoft.com/office/drawing/2014/main" id="{EBB794B4-8F64-A737-C2B5-70C223BD1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03" y="60690"/>
            <a:ext cx="11810357" cy="116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3B50E4-CEB7-3CF8-588F-B289EDB0A5C1}"/>
              </a:ext>
            </a:extLst>
          </p:cNvPr>
          <p:cNvSpPr txBox="1"/>
          <p:nvPr/>
        </p:nvSpPr>
        <p:spPr>
          <a:xfrm>
            <a:off x="295676" y="4046869"/>
            <a:ext cx="5383527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/>
                <a:cs typeface="Times New Roman"/>
              </a:rPr>
              <a:t>GUIDED BY: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Krishna Kumar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/>
                <a:cs typeface="Times New Roman"/>
              </a:rPr>
              <a:t>SIMATS ENGINEERING</a:t>
            </a:r>
          </a:p>
          <a:p>
            <a:r>
              <a:rPr lang="en-IN" sz="2400" dirty="0">
                <a:latin typeface="Times New Roman"/>
                <a:cs typeface="Times New Roman"/>
              </a:rPr>
              <a:t>CHENNAI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48CF37-E31A-6EEE-BC99-20F5D425A24A}"/>
              </a:ext>
            </a:extLst>
          </p:cNvPr>
          <p:cNvSpPr txBox="1"/>
          <p:nvPr/>
        </p:nvSpPr>
        <p:spPr>
          <a:xfrm>
            <a:off x="6133562" y="1610803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53227-A697-F3C3-46D2-424403263327}"/>
              </a:ext>
            </a:extLst>
          </p:cNvPr>
          <p:cNvSpPr txBox="1"/>
          <p:nvPr/>
        </p:nvSpPr>
        <p:spPr>
          <a:xfrm>
            <a:off x="7441252" y="4000041"/>
            <a:ext cx="5156168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/>
                <a:cs typeface="Times New Roman"/>
              </a:rPr>
              <a:t>PRESENTED BY:</a:t>
            </a:r>
          </a:p>
          <a:p>
            <a:r>
              <a:rPr lang="en-IN" sz="2400" spc="-10" dirty="0">
                <a:latin typeface="Times New Roman"/>
                <a:cs typeface="Times New Roman"/>
              </a:rPr>
              <a:t>A.Reddy Prasad(192472045)</a:t>
            </a:r>
            <a:br>
              <a:rPr lang="en-IN" sz="2400" spc="-10" dirty="0">
                <a:latin typeface="Times New Roman"/>
                <a:cs typeface="Times New Roman"/>
              </a:rPr>
            </a:br>
            <a:r>
              <a:rPr lang="en-IN" sz="2400" spc="-10" dirty="0">
                <a:latin typeface="Times New Roman"/>
                <a:cs typeface="Times New Roman"/>
              </a:rPr>
              <a:t>N. Pramod(192572057)</a:t>
            </a:r>
            <a:br>
              <a:rPr lang="en-IN" sz="2400" spc="-10" dirty="0">
                <a:latin typeface="Times New Roman"/>
                <a:cs typeface="Times New Roman"/>
              </a:rPr>
            </a:br>
            <a:r>
              <a:rPr lang="en-IN" sz="2400" spc="-10" dirty="0">
                <a:latin typeface="Times New Roman"/>
                <a:cs typeface="Times New Roman"/>
              </a:rPr>
              <a:t>P. </a:t>
            </a:r>
            <a:r>
              <a:rPr lang="en-IN" sz="2400" spc="-10">
                <a:latin typeface="Times New Roman"/>
                <a:cs typeface="Times New Roman"/>
              </a:rPr>
              <a:t>Sai </a:t>
            </a:r>
            <a:r>
              <a:rPr lang="en-IN" sz="2400" spc="-10" dirty="0">
                <a:latin typeface="Times New Roman"/>
                <a:cs typeface="Times New Roman"/>
              </a:rPr>
              <a:t>Lohith </a:t>
            </a:r>
            <a:r>
              <a:rPr lang="en-IN" sz="2400" spc="-10">
                <a:latin typeface="Times New Roman"/>
                <a:cs typeface="Times New Roman"/>
              </a:rPr>
              <a:t>(192311286)</a:t>
            </a:r>
            <a:endParaRPr lang="en-IN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378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91874-F26A-F3B4-B208-584BA5A61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DFA1A08C-7B49-3EC1-E9F1-ACCA14E6B77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F8A8E46B-9266-8C35-7706-EFDB5253214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30ED84-1EF2-A1F4-9EEE-92F775952437}"/>
              </a:ext>
            </a:extLst>
          </p:cNvPr>
          <p:cNvSpPr txBox="1"/>
          <p:nvPr/>
        </p:nvSpPr>
        <p:spPr>
          <a:xfrm>
            <a:off x="4939846" y="462116"/>
            <a:ext cx="2805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6F683-D056-3D94-1F44-952535E20423}"/>
              </a:ext>
            </a:extLst>
          </p:cNvPr>
          <p:cNvSpPr txBox="1"/>
          <p:nvPr/>
        </p:nvSpPr>
        <p:spPr>
          <a:xfrm>
            <a:off x="902141" y="1654408"/>
            <a:ext cx="10658168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pollution is a major environmental problem that affects human health and the environment.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Pollutants such as PM2.5, PM10, CO, NO₂, and SO₂ affect the quality of air.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monitoring and predicting Air Quality Index (AQI).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an air-quality dataset instead of physical sensors.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parameters such as temperature, humidity, and pollutant levels are collected from the dataset.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predicted AQI is classified into categories such as Good, Moderate, Poor, and Severe.</a:t>
            </a:r>
          </a:p>
        </p:txBody>
      </p:sp>
    </p:spTree>
    <p:extLst>
      <p:ext uri="{BB962C8B-B14F-4D97-AF65-F5344CB8AC3E}">
        <p14:creationId xmlns:p14="http://schemas.microsoft.com/office/powerpoint/2010/main" val="139745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CE327-A746-ABBF-EFD3-2F77E43E2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8BF7ADCF-F9D0-591E-6DFC-8289F3A116C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1A3E4D7-AF57-2296-5227-FEB49658A6A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EA2F6C-B53B-8D07-D119-EEC5BFD78138}"/>
              </a:ext>
            </a:extLst>
          </p:cNvPr>
          <p:cNvSpPr txBox="1"/>
          <p:nvPr/>
        </p:nvSpPr>
        <p:spPr>
          <a:xfrm>
            <a:off x="4369575" y="539925"/>
            <a:ext cx="39850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AAEB8B-76C5-D131-92C5-A9D97D4C9B65}"/>
              </a:ext>
            </a:extLst>
          </p:cNvPr>
          <p:cNvSpPr txBox="1"/>
          <p:nvPr/>
        </p:nvSpPr>
        <p:spPr>
          <a:xfrm>
            <a:off x="909143" y="1654408"/>
            <a:ext cx="10186219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pollution is increasing due to vehicles, industries, construction, and other human activities.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air quality manually can be time-consuming and difficult.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amounts of air-quality data are difficult to analyze without an automated system.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to monitor pollutants such as PM2.5, PM10, CO, NO₂, and SO₂.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methods may not provide an easy way to predict future air-quality conditions.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need a simple system to understand AQI levels and pollution trends.</a:t>
            </a:r>
          </a:p>
        </p:txBody>
      </p:sp>
    </p:spTree>
    <p:extLst>
      <p:ext uri="{BB962C8B-B14F-4D97-AF65-F5344CB8AC3E}">
        <p14:creationId xmlns:p14="http://schemas.microsoft.com/office/powerpoint/2010/main" val="115403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84696-434D-25B0-0389-CD6F973B7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1A3036B8-0BCC-B845-4B92-ADFC9CE8EF8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FD974E25-DF3A-E13C-AF3B-A48E796266F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633694-D261-B32F-05FE-0179064ADBF2}"/>
              </a:ext>
            </a:extLst>
          </p:cNvPr>
          <p:cNvSpPr txBox="1"/>
          <p:nvPr/>
        </p:nvSpPr>
        <p:spPr>
          <a:xfrm>
            <a:off x="4939846" y="462116"/>
            <a:ext cx="2198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1FD173-1FF6-5049-7CB1-44B9C1B151CA}"/>
              </a:ext>
            </a:extLst>
          </p:cNvPr>
          <p:cNvSpPr txBox="1"/>
          <p:nvPr/>
        </p:nvSpPr>
        <p:spPr>
          <a:xfrm>
            <a:off x="1268361" y="2104103"/>
            <a:ext cx="9901084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air quality continuously using environmental sensors.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real-time data such as PM2.5, PM10, CO, NO₂, temperature, and humidity.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collected data safely in a database.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the collected data for accurate analysis.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Artificial Intelligence (AI) to predict future Air Quality Index (AQI).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pollution trends and patterns over time.</a:t>
            </a:r>
          </a:p>
        </p:txBody>
      </p:sp>
    </p:spTree>
    <p:extLst>
      <p:ext uri="{BB962C8B-B14F-4D97-AF65-F5344CB8AC3E}">
        <p14:creationId xmlns:p14="http://schemas.microsoft.com/office/powerpoint/2010/main" val="766512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E1C31-F6B4-AE5F-9107-EB422BD32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48A970-817E-646A-17D7-E2562670CEEF}"/>
              </a:ext>
            </a:extLst>
          </p:cNvPr>
          <p:cNvSpPr txBox="1"/>
          <p:nvPr/>
        </p:nvSpPr>
        <p:spPr>
          <a:xfrm>
            <a:off x="3018503" y="469749"/>
            <a:ext cx="51991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4AC56F-01DE-17A9-CACA-7D6E232FBF62}"/>
              </a:ext>
            </a:extLst>
          </p:cNvPr>
          <p:cNvSpPr txBox="1"/>
          <p:nvPr/>
        </p:nvSpPr>
        <p:spPr>
          <a:xfrm>
            <a:off x="931113" y="4495800"/>
            <a:ext cx="1090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7E4401-4ADB-F62F-85DA-F8101CDCC3A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777" y="183027"/>
            <a:ext cx="1132309" cy="1342884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149508-8C4A-EAB9-1518-9650C566567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928" y="183027"/>
            <a:ext cx="1516353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6FB3D-2743-3A8F-51A2-555FDAA1F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750558"/>
              </p:ext>
            </p:extLst>
          </p:nvPr>
        </p:nvGraphicFramePr>
        <p:xfrm>
          <a:off x="931113" y="1909369"/>
          <a:ext cx="10402529" cy="430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452">
                  <a:extLst>
                    <a:ext uri="{9D8B030D-6E8A-4147-A177-3AD203B41FA5}">
                      <a16:colId xmlns:a16="http://schemas.microsoft.com/office/drawing/2014/main" val="34142054"/>
                    </a:ext>
                  </a:extLst>
                </a:gridCol>
                <a:gridCol w="1676524">
                  <a:extLst>
                    <a:ext uri="{9D8B030D-6E8A-4147-A177-3AD203B41FA5}">
                      <a16:colId xmlns:a16="http://schemas.microsoft.com/office/drawing/2014/main" val="3993878342"/>
                    </a:ext>
                  </a:extLst>
                </a:gridCol>
                <a:gridCol w="1434135">
                  <a:extLst>
                    <a:ext uri="{9D8B030D-6E8A-4147-A177-3AD203B41FA5}">
                      <a16:colId xmlns:a16="http://schemas.microsoft.com/office/drawing/2014/main" val="3486632640"/>
                    </a:ext>
                  </a:extLst>
                </a:gridCol>
                <a:gridCol w="2878369">
                  <a:extLst>
                    <a:ext uri="{9D8B030D-6E8A-4147-A177-3AD203B41FA5}">
                      <a16:colId xmlns:a16="http://schemas.microsoft.com/office/drawing/2014/main" val="1344122424"/>
                    </a:ext>
                  </a:extLst>
                </a:gridCol>
                <a:gridCol w="3353049">
                  <a:extLst>
                    <a:ext uri="{9D8B030D-6E8A-4147-A177-3AD203B41FA5}">
                      <a16:colId xmlns:a16="http://schemas.microsoft.com/office/drawing/2014/main" val="126464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Author(s)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Method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Advantages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179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Kumar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Predicted air quality by analyzing important environmental and pollutant parameters.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8904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Sharma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Multiple 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Identified the relationship between different pollutants and AQI values.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3340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Singh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Random Forest &amp;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Improved AQI prediction by considering multiple air-quality parameters together.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5992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Zhang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Regression &amp; Time-Series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 err="1"/>
                        <a:t>Analyzed</a:t>
                      </a:r>
                      <a:r>
                        <a:rPr lang="en-IN" dirty="0"/>
                        <a:t> air-quality trends and improved prediction of future pollution levels.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0953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3645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CF16E-AAAF-C707-5BFE-3F00AD990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5555D-BF9B-85C0-0645-6A810FEAB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2" y="443991"/>
            <a:ext cx="8465574" cy="838200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507678C-EE17-B5B8-DB1B-525C7C84799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C1B5FFB1-C3BB-9239-FC76-E0C3F260008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46BD01-F95B-13F2-3717-62DD7DA912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4558" y="1692784"/>
            <a:ext cx="9729361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43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747DA-F099-3D0E-BC29-54A55FD2E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BA3ECF23-05D4-AD3C-763F-8EA1502C62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23" y="73656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66176BA2-F390-8FDC-8006-8A9E1F280EF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29869" y="73656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B0CC19-461C-EBA0-ECBF-B5E14D81D4DB}"/>
              </a:ext>
            </a:extLst>
          </p:cNvPr>
          <p:cNvSpPr txBox="1"/>
          <p:nvPr/>
        </p:nvSpPr>
        <p:spPr>
          <a:xfrm>
            <a:off x="4106786" y="233656"/>
            <a:ext cx="45409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BE7558-8854-C8C9-81CF-3FD517748B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036" b="2794"/>
          <a:stretch>
            <a:fillRect/>
          </a:stretch>
        </p:blipFill>
        <p:spPr>
          <a:xfrm>
            <a:off x="1268361" y="879987"/>
            <a:ext cx="9261508" cy="597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61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D46C5-573A-1A82-73AB-3B2D0EF54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81CDF-C694-9C19-B7D9-1ACA5486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2" y="443991"/>
            <a:ext cx="8465574" cy="8382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Environmental Data Collection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4F91BE9-0C43-48AF-4765-0C6018CA824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C8A59394-9771-FD69-3E0C-FF27203DAA7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5F1B3023-7660-67B3-D3D9-438252A72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945" y="1811540"/>
            <a:ext cx="6335945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real-time air quality data from sensors.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pollutants such as PM2.5, PM10, CO, NO₂, SO₂, and O₃.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environmental parameters like temperature and humidity.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collected data to remove errors.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the data. Store the processed data in a database.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BABD16-4EE2-59D8-4D47-D812F7715A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229" t="9241" r="18545"/>
          <a:stretch>
            <a:fillRect/>
          </a:stretch>
        </p:blipFill>
        <p:spPr>
          <a:xfrm>
            <a:off x="7610167" y="2223518"/>
            <a:ext cx="4227872" cy="404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988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42103-A8FD-C638-3402-0260F381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3A16-91DD-EC9E-AA08-CCEA20677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2" y="443991"/>
            <a:ext cx="8465574" cy="838200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AQI Prediction Model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8DA81C2-E605-852A-D597-5F0E851E0A5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40CCFB3-9938-0A86-A9BE-20ADC1750E7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9CE4D0AF-FAC5-DCC8-9042-7674A67A0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143" y="2129490"/>
            <a:ext cx="6730522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cleaned environmental data.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the data for machine learning.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AI/ML prediction model.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future Air Quality Index (AQI).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AQI into pollution categories.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high pollution levels.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early warning alerts.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2C3A76-4F8B-8F6D-A04E-52D6D702D4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882" t="6915" r="8537"/>
          <a:stretch>
            <a:fillRect/>
          </a:stretch>
        </p:blipFill>
        <p:spPr>
          <a:xfrm>
            <a:off x="7148052" y="1730477"/>
            <a:ext cx="4247535" cy="502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62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1718D-ABAB-C479-2499-A9EAB8B7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717E1-7E7B-F230-D658-04EA480AE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2" y="443991"/>
            <a:ext cx="8465574" cy="8382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Visualization Dashboard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79A02D5-473F-2BFD-23B1-01244DA6D40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7C0F1CC1-2C7E-34E1-3AD4-1D829FC939F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EC8C24D4-BE11-DF9B-DC25-F5CF8B733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143" y="2124394"/>
            <a:ext cx="6730522" cy="3914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real-time AQI values. Show pollutant levels using graphs and charts.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predicted AQI results.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AQI categories with colour indicators.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pollution alerts and notifications.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historical air quality records.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for analysis.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0C63A0-0E93-6010-1913-5916D3BA26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570" t="6474" r="6990"/>
          <a:stretch>
            <a:fillRect/>
          </a:stretch>
        </p:blipFill>
        <p:spPr>
          <a:xfrm>
            <a:off x="8019730" y="1491125"/>
            <a:ext cx="3814918" cy="53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05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0CACB-D932-39F5-10D4-58DC11A4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48601892-9FB6-59AC-E094-C68EF0C2E4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35C5CA49-0E0E-0B3C-A65A-0E9B7CDFF04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FDA6EA-9B25-11F2-8AFD-FDA3A6CD141C}"/>
              </a:ext>
            </a:extLst>
          </p:cNvPr>
          <p:cNvSpPr txBox="1"/>
          <p:nvPr/>
        </p:nvSpPr>
        <p:spPr>
          <a:xfrm>
            <a:off x="4939846" y="462116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710F6C-B78B-AA6C-12F9-81F3DAC9B6F9}"/>
              </a:ext>
            </a:extLst>
          </p:cNvPr>
          <p:cNvSpPr txBox="1"/>
          <p:nvPr/>
        </p:nvSpPr>
        <p:spPr>
          <a:xfrm>
            <a:off x="1120878" y="1406013"/>
            <a:ext cx="10618839" cy="557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smart cities to monitor pollution levels and identify areas with poor air quality.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healthcare and public health to provide air-quality warnings and health advisories.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in industrial areas to monitor pollution and study the impact of industrial activities.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in schools and colleges to monitor indoor and outdoor air-quality conditions.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in AI-based prediction systems to classify air quality as Good, Moderate, Poor, or Severe.</a:t>
            </a:r>
          </a:p>
        </p:txBody>
      </p:sp>
    </p:spTree>
    <p:extLst>
      <p:ext uri="{BB962C8B-B14F-4D97-AF65-F5344CB8AC3E}">
        <p14:creationId xmlns:p14="http://schemas.microsoft.com/office/powerpoint/2010/main" val="3872235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15B33-DC26-7C52-343F-F32830DBB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B4CCA30C-ED1D-30F7-7219-5066B7C6B1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1B08444-60EA-106E-375E-0E55D42312C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D85AC7-DC7C-FA81-3D08-A200DC8F0C23}"/>
              </a:ext>
            </a:extLst>
          </p:cNvPr>
          <p:cNvSpPr txBox="1"/>
          <p:nvPr/>
        </p:nvSpPr>
        <p:spPr>
          <a:xfrm>
            <a:off x="4939846" y="462116"/>
            <a:ext cx="2505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8345F2-85E3-C0AB-3F18-994B84781DE3}"/>
              </a:ext>
            </a:extLst>
          </p:cNvPr>
          <p:cNvSpPr txBox="1"/>
          <p:nvPr/>
        </p:nvSpPr>
        <p:spPr>
          <a:xfrm>
            <a:off x="806246" y="1654408"/>
            <a:ext cx="10933472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AI-Driven Air Quality Monitoring and Prediction System provides a software-based solution for monitoring air pollution.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collects environmental parameters such as Temperature, Humidity, PM2.5, PM10, CO, NO₂, and SO₂.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air quality into Good, Moderate, Poor, and Severe categories.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Visualization Dashboard displays AQI and pollutant information using bar charts, pie charts, and line charts.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users easily understand pollution levels and identify air-quality trends.</a:t>
            </a:r>
          </a:p>
        </p:txBody>
      </p:sp>
    </p:spTree>
    <p:extLst>
      <p:ext uri="{BB962C8B-B14F-4D97-AF65-F5344CB8AC3E}">
        <p14:creationId xmlns:p14="http://schemas.microsoft.com/office/powerpoint/2010/main" val="3265978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6D33B-7C92-E1A5-3256-E23F77D8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99E0D458-AB23-0732-7E9C-FF512397FDC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EA997CC-BDBE-2BE1-7A85-B75AEA839E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A2784A-BCE9-9F99-BF04-393DD4619D83}"/>
              </a:ext>
            </a:extLst>
          </p:cNvPr>
          <p:cNvSpPr txBox="1"/>
          <p:nvPr/>
        </p:nvSpPr>
        <p:spPr>
          <a:xfrm>
            <a:off x="4939846" y="462116"/>
            <a:ext cx="2805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C05841-9286-4A2D-A720-98A103C5AD96}"/>
              </a:ext>
            </a:extLst>
          </p:cNvPr>
          <p:cNvSpPr txBox="1"/>
          <p:nvPr/>
        </p:nvSpPr>
        <p:spPr>
          <a:xfrm>
            <a:off x="806246" y="1654408"/>
            <a:ext cx="10933472" cy="3914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IoT sensors to collect live air-quality data.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ESP32 or Raspberry Pi to connect sensors with the software system.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the current prediction formula with advanced Machine Learning models such as Random Forest,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LSTM.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real-time AQI alerts when pollution levels become dangerous.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users to monitor air quality from anywhere.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the system to monitor air quality across multiple cities and locations.</a:t>
            </a:r>
          </a:p>
        </p:txBody>
      </p:sp>
    </p:spTree>
    <p:extLst>
      <p:ext uri="{BB962C8B-B14F-4D97-AF65-F5344CB8AC3E}">
        <p14:creationId xmlns:p14="http://schemas.microsoft.com/office/powerpoint/2010/main" val="689091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687ED-1CD0-EA1D-21C8-5F1257897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C2E9A1FD-D984-BCB1-5450-9E500E7CF6F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299B45B-E8BC-CCAE-EB2D-AF331C4C1DC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195530-977B-2C21-C464-FCB2B49BB27C}"/>
              </a:ext>
            </a:extLst>
          </p:cNvPr>
          <p:cNvSpPr txBox="1"/>
          <p:nvPr/>
        </p:nvSpPr>
        <p:spPr>
          <a:xfrm>
            <a:off x="4939846" y="462116"/>
            <a:ext cx="2446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6F2DA-9F7A-908D-F240-91ABB47D9CA1}"/>
              </a:ext>
            </a:extLst>
          </p:cNvPr>
          <p:cNvSpPr txBox="1"/>
          <p:nvPr/>
        </p:nvSpPr>
        <p:spPr>
          <a:xfrm>
            <a:off x="806246" y="1654408"/>
            <a:ext cx="10933472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Bhattacharya, S., &amp; Shahnawaz, S. (2021). Using machine learning to predict air quality index in New Delhi.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 preprint arXiv:2112.05753.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Gangwar, A., Singh, S., Mishra, R., &amp; Prakash, S. (2023). The state-of-the-art in air pollution monitoring and forecasting systems using IoT, big data, and machine learning.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 preprint arXiv:2304.09574.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Organization. (2021). WHO global air quality guidelines: Particulate matter (PM2.5 and PM10), ozone, nitrogen dioxide, sulphur dioxide.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Masud, K. I., Unnam, V. S. R., &amp; Ali, S. (2026). Benchmarking scientific machine learning models for air quality data.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 preprint arXiv:2603.21039.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427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ank You Digital Images – Browse 99,118 Stock Photos ...">
            <a:extLst>
              <a:ext uri="{FF2B5EF4-FFF2-40B4-BE49-F238E27FC236}">
                <a16:creationId xmlns:a16="http://schemas.microsoft.com/office/drawing/2014/main" id="{1047712D-1C7D-CB92-2BC5-F26EF2761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57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961</Words>
  <Application>Microsoft Office PowerPoint</Application>
  <PresentationFormat>Widescreen</PresentationFormat>
  <Paragraphs>105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AI-Driven Air Quality Monitoring and Prediction System  CSA1706-Aritificial Intelligence</vt:lpstr>
      <vt:lpstr>PowerPoint Presentation</vt:lpstr>
      <vt:lpstr>PowerPoint Presentation</vt:lpstr>
      <vt:lpstr>PowerPoint Presentation</vt:lpstr>
      <vt:lpstr>PowerPoint Presentation</vt:lpstr>
      <vt:lpstr>Datasets </vt:lpstr>
      <vt:lpstr>PowerPoint Presentation</vt:lpstr>
      <vt:lpstr>Module 1: Environmental Data Collection</vt:lpstr>
      <vt:lpstr>Module 2: AQI Prediction Model</vt:lpstr>
      <vt:lpstr>Module 3: Visualization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SHANNU KARANAM</dc:creator>
  <cp:lastModifiedBy>akula reddy prasad</cp:lastModifiedBy>
  <cp:revision>2</cp:revision>
  <dcterms:created xsi:type="dcterms:W3CDTF">2026-06-21T08:58:50Z</dcterms:created>
  <dcterms:modified xsi:type="dcterms:W3CDTF">2026-08-10T04:35:58Z</dcterms:modified>
</cp:coreProperties>
</file>